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2434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1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1A929B"/>
          </a:solidFill>
          <a:ln w="12700">
            <a:solidFill>
              <a:srgbClr val="1A929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46336" y="0"/>
            <a:ext cx="2642616" cy="2423160"/>
          </a:xfrm>
          <a:prstGeom prst="rect">
            <a:avLst/>
          </a:prstGeom>
          <a:solidFill>
            <a:srgbClr val="23465A"/>
          </a:solidFill>
          <a:ln w="12700">
            <a:solidFill>
              <a:srgbClr val="2346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95560" y="411480"/>
            <a:ext cx="128016" cy="1417320"/>
          </a:xfrm>
          <a:prstGeom prst="rect">
            <a:avLst/>
          </a:prstGeom>
          <a:solidFill>
            <a:srgbClr val="D1A34A"/>
          </a:solidFill>
          <a:ln w="12700">
            <a:solidFill>
              <a:srgbClr val="D1A3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52176" y="411480"/>
            <a:ext cx="128016" cy="1060704"/>
          </a:xfrm>
          <a:prstGeom prst="rect">
            <a:avLst/>
          </a:prstGeom>
          <a:solidFill>
            <a:srgbClr val="1A929B"/>
          </a:solidFill>
          <a:ln w="12700">
            <a:solidFill>
              <a:srgbClr val="1A929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8792" y="411480"/>
            <a:ext cx="128016" cy="713232"/>
          </a:xfrm>
          <a:prstGeom prst="rect">
            <a:avLst/>
          </a:prstGeom>
          <a:solidFill>
            <a:srgbClr val="D7EEEC"/>
          </a:solidFill>
          <a:ln w="12700">
            <a:solidFill>
              <a:srgbClr val="D7EE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786384"/>
            <a:ext cx="73152" cy="73152"/>
          </a:xfrm>
          <a:prstGeom prst="ellipse">
            <a:avLst/>
          </a:prstGeom>
          <a:solidFill>
            <a:srgbClr val="D7EEEC"/>
          </a:solidFill>
          <a:ln w="12700">
            <a:solidFill>
              <a:srgbClr val="D7EEE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" y="640080"/>
            <a:ext cx="0" cy="109728"/>
          </a:xfrm>
          <a:prstGeom prst="line">
            <a:avLst/>
          </a:prstGeom>
          <a:noFill/>
          <a:ln w="35560">
            <a:solidFill>
              <a:srgbClr val="D7EEEC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69264" y="896112"/>
            <a:ext cx="0" cy="109728"/>
          </a:xfrm>
          <a:prstGeom prst="line">
            <a:avLst/>
          </a:prstGeom>
          <a:noFill/>
          <a:ln w="35560">
            <a:solidFill>
              <a:srgbClr val="D7EEEC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86384" y="822960"/>
            <a:ext cx="109728" cy="0"/>
          </a:xfrm>
          <a:prstGeom prst="line">
            <a:avLst/>
          </a:prstGeom>
          <a:noFill/>
          <a:ln w="35560">
            <a:solidFill>
              <a:srgbClr val="D7EEEC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042416" y="822960"/>
            <a:ext cx="109728" cy="0"/>
          </a:xfrm>
          <a:prstGeom prst="line">
            <a:avLst/>
          </a:prstGeom>
          <a:noFill/>
          <a:ln w="35560">
            <a:solidFill>
              <a:srgbClr val="D7EEEC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1252728" y="630936"/>
            <a:ext cx="16276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NORTHSTAR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52728" y="93268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D7EE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MANUFACTURING LAB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86384" y="1682496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160" dirty="0">
                <a:solidFill>
                  <a:srgbClr val="D7EE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REVIEW</a:t>
            </a:r>
            <a:endParaRPr lang="en-US" sz="1300" dirty="0"/>
          </a:p>
        </p:txBody>
      </p:sp>
      <p:sp>
        <p:nvSpPr>
          <p:cNvPr id="15" name="Field_TITLE"/>
          <p:cNvSpPr/>
          <p:nvPr/>
        </p:nvSpPr>
        <p:spPr>
          <a:xfrm>
            <a:off x="786384" y="2148840"/>
            <a:ext cx="105613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{{TITLE}}</a:t>
            </a:r>
            <a:endParaRPr lang="en-US" sz="4000" dirty="0"/>
          </a:p>
        </p:txBody>
      </p:sp>
      <p:sp>
        <p:nvSpPr>
          <p:cNvPr id="16" name="Field_SUBTITLE"/>
          <p:cNvSpPr/>
          <p:nvPr/>
        </p:nvSpPr>
        <p:spPr>
          <a:xfrm>
            <a:off x="786384" y="3502152"/>
            <a:ext cx="10287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D7EE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{{SUBTITLE}}</a:t>
            </a:r>
            <a:endParaRPr lang="en-US" sz="2200" dirty="0"/>
          </a:p>
        </p:txBody>
      </p:sp>
      <p:sp>
        <p:nvSpPr>
          <p:cNvPr id="17" name="Field_META"/>
          <p:cNvSpPr/>
          <p:nvPr/>
        </p:nvSpPr>
        <p:spPr>
          <a:xfrm>
            <a:off x="786384" y="54406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D7EE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{{META}}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86384" y="6373368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D7EE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CASE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6F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1A34A"/>
          </a:solidFill>
          <a:ln w="12700">
            <a:solidFill>
              <a:srgbClr val="D1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1527048"/>
            <a:ext cx="164592" cy="3273552"/>
          </a:xfrm>
          <a:prstGeom prst="rect">
            <a:avLst/>
          </a:prstGeom>
          <a:solidFill>
            <a:srgbClr val="D1A34A"/>
          </a:solidFill>
          <a:ln w="12700">
            <a:solidFill>
              <a:srgbClr val="D1A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" y="768096"/>
            <a:ext cx="73152" cy="73152"/>
          </a:xfrm>
          <a:prstGeom prst="ellipse">
            <a:avLst/>
          </a:prstGeom>
          <a:solidFill>
            <a:srgbClr val="D7EEEC"/>
          </a:solidFill>
          <a:ln w="12700">
            <a:solidFill>
              <a:srgbClr val="D7EEE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621792"/>
            <a:ext cx="0" cy="109728"/>
          </a:xfrm>
          <a:prstGeom prst="line">
            <a:avLst/>
          </a:prstGeom>
          <a:noFill/>
          <a:ln w="35560">
            <a:solidFill>
              <a:srgbClr val="D7EEEC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969264" y="877824"/>
            <a:ext cx="0" cy="109728"/>
          </a:xfrm>
          <a:prstGeom prst="line">
            <a:avLst/>
          </a:prstGeom>
          <a:noFill/>
          <a:ln w="35560">
            <a:solidFill>
              <a:srgbClr val="D7EEEC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786384" y="804672"/>
            <a:ext cx="109728" cy="0"/>
          </a:xfrm>
          <a:prstGeom prst="line">
            <a:avLst/>
          </a:prstGeom>
          <a:noFill/>
          <a:ln w="35560">
            <a:solidFill>
              <a:srgbClr val="D7EEEC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042416" y="804672"/>
            <a:ext cx="109728" cy="0"/>
          </a:xfrm>
          <a:prstGeom prst="line">
            <a:avLst/>
          </a:prstGeom>
          <a:noFill/>
          <a:ln w="35560">
            <a:solidFill>
              <a:srgbClr val="D7EEEC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1252728" y="612648"/>
            <a:ext cx="16276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NORTHSTAR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52728" y="91440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D7EE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MANUFACTURING LAB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61288" y="1847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160" dirty="0">
                <a:solidFill>
                  <a:srgbClr val="D7EE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SECTION</a:t>
            </a:r>
            <a:endParaRPr lang="en-US" sz="1300" dirty="0"/>
          </a:p>
        </p:txBody>
      </p:sp>
      <p:sp>
        <p:nvSpPr>
          <p:cNvPr id="12" name="Field_SECTION_TITLE"/>
          <p:cNvSpPr/>
          <p:nvPr/>
        </p:nvSpPr>
        <p:spPr>
          <a:xfrm>
            <a:off x="1161288" y="2331720"/>
            <a:ext cx="97840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{{SECTION_TITLE}}</a:t>
            </a:r>
            <a:endParaRPr lang="en-US" sz="4100" dirty="0"/>
          </a:p>
        </p:txBody>
      </p:sp>
      <p:sp>
        <p:nvSpPr>
          <p:cNvPr id="13" name="Field_SECTION_NOTE"/>
          <p:cNvSpPr/>
          <p:nvPr/>
        </p:nvSpPr>
        <p:spPr>
          <a:xfrm>
            <a:off x="1161288" y="3703320"/>
            <a:ext cx="95097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D7EE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{{SECTION_NOTE}}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58368" y="6309360"/>
            <a:ext cx="10881360" cy="0"/>
          </a:xfrm>
          <a:prstGeom prst="line">
            <a:avLst/>
          </a:prstGeom>
          <a:noFill/>
          <a:ln w="12700">
            <a:solidFill>
              <a:srgbClr val="6C8B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6437376"/>
            <a:ext cx="941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D7EE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NORTHSTAR LAB  /  FICTIONAL CASE</a:t>
            </a:r>
            <a:endParaRPr lang="en-US" sz="900" dirty="0"/>
          </a:p>
        </p:txBody>
      </p:sp>
      <p:sp>
        <p:nvSpPr>
          <p:cNvPr id="16" name="Field_PAGE"/>
          <p:cNvSpPr/>
          <p:nvPr/>
        </p:nvSpPr>
        <p:spPr>
          <a:xfrm>
            <a:off x="10972800" y="6409944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{{PAGE}}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929B"/>
          </a:solidFill>
          <a:ln w="12700">
            <a:solidFill>
              <a:srgbClr val="1A929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1089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1A929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REVIEW</a:t>
            </a:r>
            <a:endParaRPr lang="en-US" sz="1000" dirty="0"/>
          </a:p>
        </p:txBody>
      </p:sp>
      <p:sp>
        <p:nvSpPr>
          <p:cNvPr id="4" name="Field_TITLE"/>
          <p:cNvSpPr/>
          <p:nvPr/>
        </p:nvSpPr>
        <p:spPr>
          <a:xfrm>
            <a:off x="658368" y="722376"/>
            <a:ext cx="93268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31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5" name="Field_BODY"/>
          <p:cNvSpPr/>
          <p:nvPr/>
        </p:nvSpPr>
        <p:spPr>
          <a:xfrm>
            <a:off x="658368" y="1417320"/>
            <a:ext cx="10378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{{BODY}}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511211" y="589971"/>
            <a:ext cx="52669" cy="52669"/>
          </a:xfrm>
          <a:prstGeom prst="ellipse">
            <a:avLst/>
          </a:prstGeom>
          <a:solidFill>
            <a:srgbClr val="1A929B"/>
          </a:solidFill>
          <a:ln w="12700">
            <a:solidFill>
              <a:srgbClr val="1A929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37546" y="484632"/>
            <a:ext cx="0" cy="79004"/>
          </a:xfrm>
          <a:prstGeom prst="line">
            <a:avLst/>
          </a:prstGeom>
          <a:noFill/>
          <a:ln w="25603">
            <a:solidFill>
              <a:srgbClr val="1A929B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0537546" y="668975"/>
            <a:ext cx="0" cy="79004"/>
          </a:xfrm>
          <a:prstGeom prst="line">
            <a:avLst/>
          </a:prstGeom>
          <a:noFill/>
          <a:ln w="25603">
            <a:solidFill>
              <a:srgbClr val="1A929B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0405872" y="616306"/>
            <a:ext cx="79004" cy="0"/>
          </a:xfrm>
          <a:prstGeom prst="line">
            <a:avLst/>
          </a:prstGeom>
          <a:noFill/>
          <a:ln w="25603">
            <a:solidFill>
              <a:srgbClr val="1A929B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0590215" y="616306"/>
            <a:ext cx="79004" cy="0"/>
          </a:xfrm>
          <a:prstGeom prst="line">
            <a:avLst/>
          </a:prstGeom>
          <a:noFill/>
          <a:ln w="25603">
            <a:solidFill>
              <a:srgbClr val="1A929B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0741640" y="448056"/>
            <a:ext cx="1115568" cy="2040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1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NORTHSTAR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741640" y="667878"/>
            <a:ext cx="1417320" cy="1185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kern="0" spc="120" dirty="0">
                <a:solidFill>
                  <a:srgbClr val="5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MANUFACTURING LAB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58368" y="6309360"/>
            <a:ext cx="10881360" cy="0"/>
          </a:xfrm>
          <a:prstGeom prst="line">
            <a:avLst/>
          </a:prstGeom>
          <a:noFill/>
          <a:ln w="12700">
            <a:solidFill>
              <a:srgbClr val="D3E1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6437376"/>
            <a:ext cx="941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5B72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NORTHSTAR LAB  /  FICTIONAL CASE</a:t>
            </a:r>
            <a:endParaRPr lang="en-US" sz="900" dirty="0"/>
          </a:p>
        </p:txBody>
      </p:sp>
      <p:sp>
        <p:nvSpPr>
          <p:cNvPr id="15" name="Field_PAGE"/>
          <p:cNvSpPr/>
          <p:nvPr/>
        </p:nvSpPr>
        <p:spPr>
          <a:xfrm>
            <a:off x="10972800" y="6409944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631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{{PAGE}}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2075688"/>
            <a:ext cx="10881360" cy="3913632"/>
          </a:xfrm>
          <a:prstGeom prst="roundRect">
            <a:avLst>
              <a:gd name="adj" fmla="val 1636"/>
            </a:avLst>
          </a:prstGeom>
          <a:solidFill>
            <a:srgbClr val="FFFFFF"/>
          </a:solidFill>
          <a:ln w="10160">
            <a:solidFill>
              <a:srgbClr val="D3E1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075688"/>
            <a:ext cx="73152" cy="3913632"/>
          </a:xfrm>
          <a:prstGeom prst="rect">
            <a:avLst/>
          </a:prstGeom>
          <a:solidFill>
            <a:srgbClr val="1A929B"/>
          </a:solidFill>
          <a:ln w="12700">
            <a:solidFill>
              <a:srgbClr val="1A929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929B"/>
          </a:solidFill>
          <a:ln w="12700">
            <a:solidFill>
              <a:srgbClr val="1A929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1089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1A929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FIELD NOTES</a:t>
            </a:r>
            <a:endParaRPr lang="en-US" sz="1000" dirty="0"/>
          </a:p>
        </p:txBody>
      </p:sp>
      <p:sp>
        <p:nvSpPr>
          <p:cNvPr id="4" name="Field_TITLE"/>
          <p:cNvSpPr/>
          <p:nvPr/>
        </p:nvSpPr>
        <p:spPr>
          <a:xfrm>
            <a:off x="658368" y="722376"/>
            <a:ext cx="93268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31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417320"/>
            <a:ext cx="10378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511211" y="589971"/>
            <a:ext cx="52669" cy="52669"/>
          </a:xfrm>
          <a:prstGeom prst="ellipse">
            <a:avLst/>
          </a:prstGeom>
          <a:solidFill>
            <a:srgbClr val="1A929B"/>
          </a:solidFill>
          <a:ln w="12700">
            <a:solidFill>
              <a:srgbClr val="1A929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37546" y="484632"/>
            <a:ext cx="0" cy="79004"/>
          </a:xfrm>
          <a:prstGeom prst="line">
            <a:avLst/>
          </a:prstGeom>
          <a:noFill/>
          <a:ln w="25603">
            <a:solidFill>
              <a:srgbClr val="1A929B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0537546" y="668975"/>
            <a:ext cx="0" cy="79004"/>
          </a:xfrm>
          <a:prstGeom prst="line">
            <a:avLst/>
          </a:prstGeom>
          <a:noFill/>
          <a:ln w="25603">
            <a:solidFill>
              <a:srgbClr val="1A929B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0405872" y="616306"/>
            <a:ext cx="79004" cy="0"/>
          </a:xfrm>
          <a:prstGeom prst="line">
            <a:avLst/>
          </a:prstGeom>
          <a:noFill/>
          <a:ln w="25603">
            <a:solidFill>
              <a:srgbClr val="1A929B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0590215" y="616306"/>
            <a:ext cx="79004" cy="0"/>
          </a:xfrm>
          <a:prstGeom prst="line">
            <a:avLst/>
          </a:prstGeom>
          <a:noFill/>
          <a:ln w="25603">
            <a:solidFill>
              <a:srgbClr val="1A929B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0741640" y="448056"/>
            <a:ext cx="1115568" cy="2040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1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NORTHSTAR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741640" y="667878"/>
            <a:ext cx="1417320" cy="1185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kern="0" spc="120" dirty="0">
                <a:solidFill>
                  <a:srgbClr val="5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MANUFACTURING LAB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58368" y="6309360"/>
            <a:ext cx="10881360" cy="0"/>
          </a:xfrm>
          <a:prstGeom prst="line">
            <a:avLst/>
          </a:prstGeom>
          <a:noFill/>
          <a:ln w="12700">
            <a:solidFill>
              <a:srgbClr val="D3E1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6437376"/>
            <a:ext cx="941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5B72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NORTHSTAR LAB  /  FICTIONAL CASE</a:t>
            </a:r>
            <a:endParaRPr lang="en-US" sz="900" dirty="0"/>
          </a:p>
        </p:txBody>
      </p:sp>
      <p:sp>
        <p:nvSpPr>
          <p:cNvPr id="15" name="Field_PAGE"/>
          <p:cNvSpPr/>
          <p:nvPr/>
        </p:nvSpPr>
        <p:spPr>
          <a:xfrm>
            <a:off x="10972800" y="6409944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631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{{PAGE}}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1938528"/>
            <a:ext cx="5276088" cy="4078224"/>
          </a:xfrm>
          <a:prstGeom prst="roundRect">
            <a:avLst>
              <a:gd name="adj" fmla="val 1570"/>
            </a:avLst>
          </a:prstGeom>
          <a:solidFill>
            <a:srgbClr val="FFFFFF"/>
          </a:solidFill>
          <a:ln w="10160">
            <a:solidFill>
              <a:srgbClr val="D3E1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45352" y="1938528"/>
            <a:ext cx="5276088" cy="4078224"/>
          </a:xfrm>
          <a:prstGeom prst="roundRect">
            <a:avLst>
              <a:gd name="adj" fmla="val 1570"/>
            </a:avLst>
          </a:prstGeom>
          <a:solidFill>
            <a:srgbClr val="FFFFFF"/>
          </a:solidFill>
          <a:ln w="10160">
            <a:solidFill>
              <a:srgbClr val="D3E1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1938528"/>
            <a:ext cx="5276088" cy="91440"/>
          </a:xfrm>
          <a:prstGeom prst="rect">
            <a:avLst/>
          </a:prstGeom>
          <a:solidFill>
            <a:srgbClr val="1A929B"/>
          </a:solidFill>
          <a:ln w="12700">
            <a:solidFill>
              <a:srgbClr val="1A929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45352" y="1938528"/>
            <a:ext cx="5276088" cy="91440"/>
          </a:xfrm>
          <a:prstGeom prst="rect">
            <a:avLst/>
          </a:prstGeom>
          <a:solidFill>
            <a:srgbClr val="D1A34A"/>
          </a:solidFill>
          <a:ln w="12700">
            <a:solidFill>
              <a:srgbClr val="D1A34A"/>
            </a:solidFill>
            <a:prstDash val="solid"/>
          </a:ln>
        </p:spPr>
      </p:sp>
      <p:sp>
        <p:nvSpPr>
          <p:cNvPr id="20" name="Field_LEFT_HEADING"/>
          <p:cNvSpPr/>
          <p:nvPr/>
        </p:nvSpPr>
        <p:spPr>
          <a:xfrm>
            <a:off x="941832" y="2276856"/>
            <a:ext cx="4645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631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{{LEFT_HEADING}}</a:t>
            </a:r>
            <a:endParaRPr lang="en-US" sz="2100" dirty="0"/>
          </a:p>
        </p:txBody>
      </p:sp>
      <p:sp>
        <p:nvSpPr>
          <p:cNvPr id="21" name="Field_LEFT_BODY"/>
          <p:cNvSpPr/>
          <p:nvPr/>
        </p:nvSpPr>
        <p:spPr>
          <a:xfrm>
            <a:off x="941832" y="2862072"/>
            <a:ext cx="4645152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5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{{LEFT_BODY}}</a:t>
            </a:r>
            <a:endParaRPr lang="en-US" sz="1700" dirty="0"/>
          </a:p>
        </p:txBody>
      </p:sp>
      <p:sp>
        <p:nvSpPr>
          <p:cNvPr id="22" name="Field_RIGHT_HEADING"/>
          <p:cNvSpPr/>
          <p:nvPr/>
        </p:nvSpPr>
        <p:spPr>
          <a:xfrm>
            <a:off x="6528816" y="2276856"/>
            <a:ext cx="4645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631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{{RIGHT_HEADING}}</a:t>
            </a:r>
            <a:endParaRPr lang="en-US" sz="2100" dirty="0"/>
          </a:p>
        </p:txBody>
      </p:sp>
      <p:sp>
        <p:nvSpPr>
          <p:cNvPr id="23" name="Field_RIGHT_BODY"/>
          <p:cNvSpPr/>
          <p:nvPr/>
        </p:nvSpPr>
        <p:spPr>
          <a:xfrm>
            <a:off x="6528816" y="2862072"/>
            <a:ext cx="4645152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5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{{RIGHT_BODY}}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929B"/>
          </a:solidFill>
          <a:ln w="12700">
            <a:solidFill>
              <a:srgbClr val="1A929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1089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1A929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PILOT SCOPE</a:t>
            </a:r>
            <a:endParaRPr lang="en-US" sz="1000" dirty="0"/>
          </a:p>
        </p:txBody>
      </p:sp>
      <p:sp>
        <p:nvSpPr>
          <p:cNvPr id="4" name="Field_TITLE"/>
          <p:cNvSpPr/>
          <p:nvPr/>
        </p:nvSpPr>
        <p:spPr>
          <a:xfrm>
            <a:off x="658368" y="722376"/>
            <a:ext cx="93268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31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5" name="Field_BODY"/>
          <p:cNvSpPr/>
          <p:nvPr/>
        </p:nvSpPr>
        <p:spPr>
          <a:xfrm>
            <a:off x="658368" y="1417320"/>
            <a:ext cx="10378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{{BODY}}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511211" y="589971"/>
            <a:ext cx="52669" cy="52669"/>
          </a:xfrm>
          <a:prstGeom prst="ellipse">
            <a:avLst/>
          </a:prstGeom>
          <a:solidFill>
            <a:srgbClr val="1A929B"/>
          </a:solidFill>
          <a:ln w="12700">
            <a:solidFill>
              <a:srgbClr val="1A929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37546" y="484632"/>
            <a:ext cx="0" cy="79004"/>
          </a:xfrm>
          <a:prstGeom prst="line">
            <a:avLst/>
          </a:prstGeom>
          <a:noFill/>
          <a:ln w="25603">
            <a:solidFill>
              <a:srgbClr val="1A929B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0537546" y="668975"/>
            <a:ext cx="0" cy="79004"/>
          </a:xfrm>
          <a:prstGeom prst="line">
            <a:avLst/>
          </a:prstGeom>
          <a:noFill/>
          <a:ln w="25603">
            <a:solidFill>
              <a:srgbClr val="1A929B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0405872" y="616306"/>
            <a:ext cx="79004" cy="0"/>
          </a:xfrm>
          <a:prstGeom prst="line">
            <a:avLst/>
          </a:prstGeom>
          <a:noFill/>
          <a:ln w="25603">
            <a:solidFill>
              <a:srgbClr val="1A929B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0590215" y="616306"/>
            <a:ext cx="79004" cy="0"/>
          </a:xfrm>
          <a:prstGeom prst="line">
            <a:avLst/>
          </a:prstGeom>
          <a:noFill/>
          <a:ln w="25603">
            <a:solidFill>
              <a:srgbClr val="1A929B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0741640" y="448056"/>
            <a:ext cx="1115568" cy="2040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1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NORTHSTAR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741640" y="667878"/>
            <a:ext cx="1417320" cy="1185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kern="0" spc="120" dirty="0">
                <a:solidFill>
                  <a:srgbClr val="5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MANUFACTURING LAB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58368" y="6309360"/>
            <a:ext cx="10881360" cy="0"/>
          </a:xfrm>
          <a:prstGeom prst="line">
            <a:avLst/>
          </a:prstGeom>
          <a:noFill/>
          <a:ln w="12700">
            <a:solidFill>
              <a:srgbClr val="D3E1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6437376"/>
            <a:ext cx="941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5B72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NORTHSTAR LAB  /  FICTIONAL CASE</a:t>
            </a:r>
            <a:endParaRPr lang="en-US" sz="900" dirty="0"/>
          </a:p>
        </p:txBody>
      </p:sp>
      <p:sp>
        <p:nvSpPr>
          <p:cNvPr id="15" name="Field_PAGE"/>
          <p:cNvSpPr/>
          <p:nvPr/>
        </p:nvSpPr>
        <p:spPr>
          <a:xfrm>
            <a:off x="10972800" y="6409944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631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{{PAGE}}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2075688"/>
            <a:ext cx="10881360" cy="3913632"/>
          </a:xfrm>
          <a:prstGeom prst="roundRect">
            <a:avLst>
              <a:gd name="adj" fmla="val 1636"/>
            </a:avLst>
          </a:prstGeom>
          <a:solidFill>
            <a:srgbClr val="FFFFFF"/>
          </a:solidFill>
          <a:ln w="10160">
            <a:solidFill>
              <a:srgbClr val="D3E1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5724144"/>
            <a:ext cx="10442448" cy="0"/>
          </a:xfrm>
          <a:prstGeom prst="line">
            <a:avLst/>
          </a:prstGeom>
          <a:noFill/>
          <a:ln w="10160">
            <a:solidFill>
              <a:srgbClr val="D3E1E2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1A34A"/>
          </a:solidFill>
          <a:ln w="12700">
            <a:solidFill>
              <a:srgbClr val="D1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1089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D1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MEASURED RESULTS</a:t>
            </a:r>
            <a:endParaRPr lang="en-US" sz="1000" dirty="0"/>
          </a:p>
        </p:txBody>
      </p:sp>
      <p:sp>
        <p:nvSpPr>
          <p:cNvPr id="4" name="Field_TITLE"/>
          <p:cNvSpPr/>
          <p:nvPr/>
        </p:nvSpPr>
        <p:spPr>
          <a:xfrm>
            <a:off x="658368" y="722376"/>
            <a:ext cx="93268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31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5" name="Field_BODY"/>
          <p:cNvSpPr/>
          <p:nvPr/>
        </p:nvSpPr>
        <p:spPr>
          <a:xfrm>
            <a:off x="658368" y="1417320"/>
            <a:ext cx="10378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{{BODY}}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511211" y="589971"/>
            <a:ext cx="52669" cy="52669"/>
          </a:xfrm>
          <a:prstGeom prst="ellipse">
            <a:avLst/>
          </a:prstGeom>
          <a:solidFill>
            <a:srgbClr val="1A929B"/>
          </a:solidFill>
          <a:ln w="12700">
            <a:solidFill>
              <a:srgbClr val="1A929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37546" y="484632"/>
            <a:ext cx="0" cy="79004"/>
          </a:xfrm>
          <a:prstGeom prst="line">
            <a:avLst/>
          </a:prstGeom>
          <a:noFill/>
          <a:ln w="25603">
            <a:solidFill>
              <a:srgbClr val="1A929B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0537546" y="668975"/>
            <a:ext cx="0" cy="79004"/>
          </a:xfrm>
          <a:prstGeom prst="line">
            <a:avLst/>
          </a:prstGeom>
          <a:noFill/>
          <a:ln w="25603">
            <a:solidFill>
              <a:srgbClr val="1A929B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0405872" y="616306"/>
            <a:ext cx="79004" cy="0"/>
          </a:xfrm>
          <a:prstGeom prst="line">
            <a:avLst/>
          </a:prstGeom>
          <a:noFill/>
          <a:ln w="25603">
            <a:solidFill>
              <a:srgbClr val="1A929B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0590215" y="616306"/>
            <a:ext cx="79004" cy="0"/>
          </a:xfrm>
          <a:prstGeom prst="line">
            <a:avLst/>
          </a:prstGeom>
          <a:noFill/>
          <a:ln w="25603">
            <a:solidFill>
              <a:srgbClr val="1A929B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0741640" y="448056"/>
            <a:ext cx="1115568" cy="2040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1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NORTHSTAR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741640" y="667878"/>
            <a:ext cx="1417320" cy="1185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kern="0" spc="120" dirty="0">
                <a:solidFill>
                  <a:srgbClr val="5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MANUFACTURING LAB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58368" y="6309360"/>
            <a:ext cx="10881360" cy="0"/>
          </a:xfrm>
          <a:prstGeom prst="line">
            <a:avLst/>
          </a:prstGeom>
          <a:noFill/>
          <a:ln w="12700">
            <a:solidFill>
              <a:srgbClr val="D3E1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6437376"/>
            <a:ext cx="941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5B72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NORTHSTAR LAB  /  FICTIONAL CASE</a:t>
            </a:r>
            <a:endParaRPr lang="en-US" sz="900" dirty="0"/>
          </a:p>
        </p:txBody>
      </p:sp>
      <p:sp>
        <p:nvSpPr>
          <p:cNvPr id="15" name="Field_PAGE"/>
          <p:cNvSpPr/>
          <p:nvPr/>
        </p:nvSpPr>
        <p:spPr>
          <a:xfrm>
            <a:off x="10972800" y="6409944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631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{{PAGE}}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084832"/>
            <a:ext cx="91440" cy="3840480"/>
          </a:xfrm>
          <a:prstGeom prst="rect">
            <a:avLst/>
          </a:prstGeom>
          <a:solidFill>
            <a:srgbClr val="D1A34A"/>
          </a:solidFill>
          <a:ln w="12700">
            <a:solidFill>
              <a:srgbClr val="D1A3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084832"/>
            <a:ext cx="10881360" cy="38404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0160">
            <a:solidFill>
              <a:srgbClr val="D3E1E2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929B"/>
          </a:solidFill>
          <a:ln w="12700">
            <a:solidFill>
              <a:srgbClr val="1A929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1089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1A929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APPROACH</a:t>
            </a:r>
            <a:endParaRPr lang="en-US" sz="1000" dirty="0"/>
          </a:p>
        </p:txBody>
      </p:sp>
      <p:sp>
        <p:nvSpPr>
          <p:cNvPr id="4" name="Field_TITLE"/>
          <p:cNvSpPr/>
          <p:nvPr/>
        </p:nvSpPr>
        <p:spPr>
          <a:xfrm>
            <a:off x="658368" y="722376"/>
            <a:ext cx="93268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31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5" name="Field_BODY"/>
          <p:cNvSpPr/>
          <p:nvPr/>
        </p:nvSpPr>
        <p:spPr>
          <a:xfrm>
            <a:off x="658368" y="1417320"/>
            <a:ext cx="10378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{{BODY}}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511211" y="589971"/>
            <a:ext cx="52669" cy="52669"/>
          </a:xfrm>
          <a:prstGeom prst="ellipse">
            <a:avLst/>
          </a:prstGeom>
          <a:solidFill>
            <a:srgbClr val="1A929B"/>
          </a:solidFill>
          <a:ln w="12700">
            <a:solidFill>
              <a:srgbClr val="1A929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37546" y="484632"/>
            <a:ext cx="0" cy="79004"/>
          </a:xfrm>
          <a:prstGeom prst="line">
            <a:avLst/>
          </a:prstGeom>
          <a:noFill/>
          <a:ln w="25603">
            <a:solidFill>
              <a:srgbClr val="1A929B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0537546" y="668975"/>
            <a:ext cx="0" cy="79004"/>
          </a:xfrm>
          <a:prstGeom prst="line">
            <a:avLst/>
          </a:prstGeom>
          <a:noFill/>
          <a:ln w="25603">
            <a:solidFill>
              <a:srgbClr val="1A929B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0405872" y="616306"/>
            <a:ext cx="79004" cy="0"/>
          </a:xfrm>
          <a:prstGeom prst="line">
            <a:avLst/>
          </a:prstGeom>
          <a:noFill/>
          <a:ln w="25603">
            <a:solidFill>
              <a:srgbClr val="1A929B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0590215" y="616306"/>
            <a:ext cx="79004" cy="0"/>
          </a:xfrm>
          <a:prstGeom prst="line">
            <a:avLst/>
          </a:prstGeom>
          <a:noFill/>
          <a:ln w="25603">
            <a:solidFill>
              <a:srgbClr val="1A929B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0741640" y="448056"/>
            <a:ext cx="1115568" cy="2040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1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NORTHSTAR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741640" y="667878"/>
            <a:ext cx="1417320" cy="1185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kern="0" spc="120" dirty="0">
                <a:solidFill>
                  <a:srgbClr val="5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MANUFACTURING LAB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58368" y="6309360"/>
            <a:ext cx="10881360" cy="0"/>
          </a:xfrm>
          <a:prstGeom prst="line">
            <a:avLst/>
          </a:prstGeom>
          <a:noFill/>
          <a:ln w="12700">
            <a:solidFill>
              <a:srgbClr val="D3E1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6437376"/>
            <a:ext cx="941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5B72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NORTHSTAR LAB  /  FICTIONAL CASE</a:t>
            </a:r>
            <a:endParaRPr lang="en-US" sz="900" dirty="0"/>
          </a:p>
        </p:txBody>
      </p:sp>
      <p:sp>
        <p:nvSpPr>
          <p:cNvPr id="15" name="Field_PAGE"/>
          <p:cNvSpPr/>
          <p:nvPr/>
        </p:nvSpPr>
        <p:spPr>
          <a:xfrm>
            <a:off x="10972800" y="6409944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631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{{PAGE}}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2084832"/>
            <a:ext cx="10881360" cy="38404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0160">
            <a:solidFill>
              <a:srgbClr val="D3E1E2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1A34A"/>
          </a:solidFill>
          <a:ln w="12700">
            <a:solidFill>
              <a:srgbClr val="D1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1089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D1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GATE / ROADMAP</a:t>
            </a:r>
            <a:endParaRPr lang="en-US" sz="1000" dirty="0"/>
          </a:p>
        </p:txBody>
      </p:sp>
      <p:sp>
        <p:nvSpPr>
          <p:cNvPr id="4" name="Field_TITLE"/>
          <p:cNvSpPr/>
          <p:nvPr/>
        </p:nvSpPr>
        <p:spPr>
          <a:xfrm>
            <a:off x="658368" y="722376"/>
            <a:ext cx="93268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31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5" name="Field_BODY"/>
          <p:cNvSpPr/>
          <p:nvPr/>
        </p:nvSpPr>
        <p:spPr>
          <a:xfrm>
            <a:off x="658368" y="1417320"/>
            <a:ext cx="10378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{{BODY}}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511211" y="589971"/>
            <a:ext cx="52669" cy="52669"/>
          </a:xfrm>
          <a:prstGeom prst="ellipse">
            <a:avLst/>
          </a:prstGeom>
          <a:solidFill>
            <a:srgbClr val="1A929B"/>
          </a:solidFill>
          <a:ln w="12700">
            <a:solidFill>
              <a:srgbClr val="1A929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37546" y="484632"/>
            <a:ext cx="0" cy="79004"/>
          </a:xfrm>
          <a:prstGeom prst="line">
            <a:avLst/>
          </a:prstGeom>
          <a:noFill/>
          <a:ln w="25603">
            <a:solidFill>
              <a:srgbClr val="1A929B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0537546" y="668975"/>
            <a:ext cx="0" cy="79004"/>
          </a:xfrm>
          <a:prstGeom prst="line">
            <a:avLst/>
          </a:prstGeom>
          <a:noFill/>
          <a:ln w="25603">
            <a:solidFill>
              <a:srgbClr val="1A929B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0405872" y="616306"/>
            <a:ext cx="79004" cy="0"/>
          </a:xfrm>
          <a:prstGeom prst="line">
            <a:avLst/>
          </a:prstGeom>
          <a:noFill/>
          <a:ln w="25603">
            <a:solidFill>
              <a:srgbClr val="1A929B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0590215" y="616306"/>
            <a:ext cx="79004" cy="0"/>
          </a:xfrm>
          <a:prstGeom prst="line">
            <a:avLst/>
          </a:prstGeom>
          <a:noFill/>
          <a:ln w="25603">
            <a:solidFill>
              <a:srgbClr val="1A929B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0741640" y="448056"/>
            <a:ext cx="1115568" cy="2040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1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NORTHSTAR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741640" y="667878"/>
            <a:ext cx="1417320" cy="1185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kern="0" spc="120" dirty="0">
                <a:solidFill>
                  <a:srgbClr val="5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MANUFACTURING LAB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58368" y="6309360"/>
            <a:ext cx="10881360" cy="0"/>
          </a:xfrm>
          <a:prstGeom prst="line">
            <a:avLst/>
          </a:prstGeom>
          <a:noFill/>
          <a:ln w="12700">
            <a:solidFill>
              <a:srgbClr val="D3E1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6437376"/>
            <a:ext cx="941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5B72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NORTHSTAR LAB  /  FICTIONAL CASE</a:t>
            </a:r>
            <a:endParaRPr lang="en-US" sz="900" dirty="0"/>
          </a:p>
        </p:txBody>
      </p:sp>
      <p:sp>
        <p:nvSpPr>
          <p:cNvPr id="15" name="Field_PAGE"/>
          <p:cNvSpPr/>
          <p:nvPr/>
        </p:nvSpPr>
        <p:spPr>
          <a:xfrm>
            <a:off x="10972800" y="6409944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631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{{PAGE}}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2084832"/>
            <a:ext cx="10881360" cy="38404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0160">
            <a:solidFill>
              <a:srgbClr val="D3E1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5815584"/>
            <a:ext cx="10881360" cy="109728"/>
          </a:xfrm>
          <a:prstGeom prst="rect">
            <a:avLst/>
          </a:prstGeom>
          <a:solidFill>
            <a:srgbClr val="D1A34A"/>
          </a:solidFill>
          <a:ln w="12700">
            <a:solidFill>
              <a:srgbClr val="D1A34A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31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1A929B"/>
          </a:solidFill>
          <a:ln w="12700">
            <a:solidFill>
              <a:srgbClr val="1A929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" y="786384"/>
            <a:ext cx="73152" cy="73152"/>
          </a:xfrm>
          <a:prstGeom prst="ellipse">
            <a:avLst/>
          </a:prstGeom>
          <a:solidFill>
            <a:srgbClr val="D7EEEC"/>
          </a:solidFill>
          <a:ln w="12700">
            <a:solidFill>
              <a:srgbClr val="D7EEE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" y="640080"/>
            <a:ext cx="0" cy="109728"/>
          </a:xfrm>
          <a:prstGeom prst="line">
            <a:avLst/>
          </a:prstGeom>
          <a:noFill/>
          <a:ln w="35560">
            <a:solidFill>
              <a:srgbClr val="D7EEE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969264" y="896112"/>
            <a:ext cx="0" cy="109728"/>
          </a:xfrm>
          <a:prstGeom prst="line">
            <a:avLst/>
          </a:prstGeom>
          <a:noFill/>
          <a:ln w="35560">
            <a:solidFill>
              <a:srgbClr val="D7EEEC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786384" y="822960"/>
            <a:ext cx="109728" cy="0"/>
          </a:xfrm>
          <a:prstGeom prst="line">
            <a:avLst/>
          </a:prstGeom>
          <a:noFill/>
          <a:ln w="35560">
            <a:solidFill>
              <a:srgbClr val="D7EEEC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042416" y="822960"/>
            <a:ext cx="109728" cy="0"/>
          </a:xfrm>
          <a:prstGeom prst="line">
            <a:avLst/>
          </a:prstGeom>
          <a:noFill/>
          <a:ln w="35560">
            <a:solidFill>
              <a:srgbClr val="D7EEEC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1252728" y="630936"/>
            <a:ext cx="16276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NORTHSTAR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52728" y="93268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kern="0" spc="120" dirty="0">
                <a:solidFill>
                  <a:srgbClr val="D7EE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MANUFACTURING LAB</a:t>
            </a:r>
            <a:endParaRPr lang="en-US" sz="1000" dirty="0"/>
          </a:p>
        </p:txBody>
      </p:sp>
      <p:sp>
        <p:nvSpPr>
          <p:cNvPr id="10" name="Field_MESSAGE"/>
          <p:cNvSpPr/>
          <p:nvPr/>
        </p:nvSpPr>
        <p:spPr>
          <a:xfrm>
            <a:off x="786384" y="2240280"/>
            <a:ext cx="104698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{{MESSAGE}}</a:t>
            </a:r>
            <a:endParaRPr lang="en-US" sz="4200" dirty="0"/>
          </a:p>
        </p:txBody>
      </p:sp>
      <p:sp>
        <p:nvSpPr>
          <p:cNvPr id="11" name="Field_NEXT_STEP"/>
          <p:cNvSpPr/>
          <p:nvPr/>
        </p:nvSpPr>
        <p:spPr>
          <a:xfrm>
            <a:off x="786384" y="3712464"/>
            <a:ext cx="10332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D7EE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{{NEXT_STEP}}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786384" y="6080760"/>
            <a:ext cx="2788920" cy="73152"/>
          </a:xfrm>
          <a:prstGeom prst="rect">
            <a:avLst/>
          </a:prstGeom>
          <a:solidFill>
            <a:srgbClr val="D1A34A"/>
          </a:solidFill>
          <a:ln w="12700">
            <a:solidFill>
              <a:srgbClr val="D1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6345936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kern="0" spc="80" dirty="0">
                <a:solidFill>
                  <a:srgbClr val="D7EE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NORTHSTAR MANUFACTURING LAB · FICTIONAL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orthstar">
      <a:dk1>
        <a:sysClr val="windowText" lastClr="000000"/>
      </a:dk1>
      <a:lt1>
        <a:sysClr val="window" lastClr="FFFFFF"/>
      </a:lt1>
      <a:dk2>
        <a:srgbClr val="163149"/>
      </a:dk2>
      <a:lt2>
        <a:srgbClr val="E7E6E6"/>
      </a:lt2>
      <a:accent1>
        <a:srgbClr val="1A929B"/>
      </a:accent1>
      <a:accent2>
        <a:srgbClr val="D1A34A"/>
      </a:accent2>
      <a:accent3>
        <a:srgbClr val="146F79"/>
      </a:accent3>
      <a:accent4>
        <a:srgbClr val="D7EEEC"/>
      </a:accent4>
      <a:accent5>
        <a:srgbClr val="5B7280"/>
      </a:accent5>
      <a:accent6>
        <a:srgbClr val="D1A34A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</Words>
  <Application>Microsoft Office PowerPoint</Application>
  <PresentationFormat>Widescreen</PresentationFormat>
  <Paragraphs>73</Paragraphs>
  <Slides>9</Slides>
  <Notes>9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Northstar Manufacturing Lab Template</dc:title>
  <dc:subject>Fictional Northstar Manufacturing Lab reusable template</dc:subject>
  <dc:creator>Public Fixture</dc:creator>
  <cp:lastModifiedBy>Public Fixture</cp:lastModifiedBy>
  <cp:revision>2</cp:revision>
  <dcterms:created xsi:type="dcterms:W3CDTF">2026-10-08T12:37:03Z</dcterms:created>
  <dcterms:modified xsi:type="dcterms:W3CDTF">2026-10-08T12:37:10Z</dcterms:modified>
</cp:coreProperties>
</file>